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Website Redesign on Conversion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A/B Testing &amp; Statistical Validation</a:t>
            </a:r>
          </a:p>
          <a:p>
            <a:r>
              <a:t>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 conversion rate</a:t>
            </a:r>
          </a:p>
          <a:p>
            <a:r>
              <a:t>• High bounce rate</a:t>
            </a:r>
          </a:p>
          <a:p>
            <a:r>
              <a:t>• Website redesign introduced</a:t>
            </a:r>
          </a:p>
          <a:p>
            <a:r>
              <a:t>• Need data-driven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Measure redesign impact</a:t>
            </a:r>
          </a:p>
          <a:p>
            <a:r>
              <a:t>• Compare user behavior</a:t>
            </a:r>
          </a:p>
          <a:p>
            <a:r>
              <a:t>• Statistical validation</a:t>
            </a:r>
          </a:p>
          <a:p>
            <a:r>
              <a:t>• Support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User-level data</a:t>
            </a:r>
          </a:p>
          <a:p>
            <a:r>
              <a:t>• Control vs Treatment</a:t>
            </a:r>
          </a:p>
          <a:p>
            <a:r>
              <a:t>• Metrics: conversion, revenue,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Conversion Rate</a:t>
            </a:r>
          </a:p>
          <a:p>
            <a:r>
              <a:t>• Revenue per User</a:t>
            </a:r>
          </a:p>
          <a:p>
            <a:r>
              <a:t>• Time on Site</a:t>
            </a:r>
          </a:p>
          <a:p>
            <a:r>
              <a:t>• Business-aligned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Higher conversions in treatment</a:t>
            </a:r>
          </a:p>
          <a:p>
            <a:r>
              <a:t>• Higher revenue</a:t>
            </a:r>
          </a:p>
          <a:p>
            <a:r>
              <a:t>• Better engagement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H₀: No impact</a:t>
            </a:r>
          </a:p>
          <a:p>
            <a:r>
              <a:t>H₁: Conversion increases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Chi-square test</a:t>
            </a:r>
          </a:p>
          <a:p>
            <a:r>
              <a:t>• T-test</a:t>
            </a:r>
          </a:p>
          <a:p>
            <a:r>
              <a:t>• 95% confidence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p-value &lt; 0.05</a:t>
            </a:r>
          </a:p>
          <a:p>
            <a:r>
              <a:t>• Statistically significant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growth</a:t>
            </a:r>
          </a:p>
          <a:p>
            <a:r>
              <a:t>• Improved UX</a:t>
            </a:r>
          </a:p>
          <a:p>
            <a:r>
              <a:t>• Strong ROI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Roll out new design</a:t>
            </a:r>
          </a:p>
          <a:p>
            <a:r>
              <a:t>• Optimize mobile UX</a:t>
            </a:r>
          </a:p>
          <a:p>
            <a:r>
              <a:t>• More A/B tests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decisions validated by statistics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